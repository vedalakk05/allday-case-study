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CONSISTENCY, NOT CAPACITY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on why Allday's wait times swing so widely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standardizing staff roles could fix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Lakkamraju  |  Crew Member, Allday Pizza — based on 7+ months of frontline experience and shift observation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high-volume shop running on a buzzer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Allday operates out of a tiny footprint, making pizza from scratch on small ovens, with weekend volume reaching 300+ orders/day.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fulfilled as they come in and handed off via a buzzer system — there's no space to hold pre-made or pre-ordered pizzas, so orders must be made fresh, in sequence.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rotate across a small number of stations: register, ovens, salad/prep, and general cleanup (trays, tables).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assignments are informal — who does what, including extra duties like tray cleanup, changes from shift to shift with no fixed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7556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235440" y="175564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on a peak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30632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31729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235440" y="317296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wait for slices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well-run shift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4805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459028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235440" y="459028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wait for whole pies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well-run shift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0818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wait times and volume drawn from POS/order data across 7+ months of shifts.</a:t>
            </a:r>
            <a:endParaRPr lang="en-US" sz="1100" i="1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shop produces very different wait times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 </a:t>
            </a:r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some shifts, wait times stay as low as 12–13 minutes for slices and 30–35 minutes for whole pies. On others — with similar order volume — wait times run far longer. Space, ovens, and menu are identical on both kinds of days.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what's actually driving the swing in wait times — and close the gap between a shop's best days and its worst days.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not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3611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Pre-ordering isn't a viable fix — there's no space to hold finished orders, and the shop already runs a real-time, made-to-order buzzer system. The swing happens even at similar volume, so demand alone doesn't explain it either.</a:t>
            </a:r>
            <a:endParaRPr lang="en-US" sz="1400" dirty="0"/>
          </a:p>
        </p:txBody>
      </p:sp>
      <p:sp>
        <p:nvSpPr>
          <p:cNvPr id="20" name="Text bars caption"/>
          <p:cNvSpPr/>
          <p:nvPr/>
        </p:nvSpPr>
        <p:spPr>
          <a:xfrm>
            <a:off x="548640" y="4880000"/>
            <a:ext cx="50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Best-run vs. worst-run shifts</a:t>
            </a:r>
            <a:endParaRPr lang="en-US" sz="1300" dirty="0"/>
          </a:p>
        </p:txBody>
      </p:sp>
      <p:sp>
        <p:nvSpPr>
          <p:cNvPr id="21" name="Text row label"/>
          <p:cNvSpPr/>
          <p:nvPr/>
        </p:nvSpPr>
        <p:spPr>
          <a:xfrm>
            <a:off x="548640" y="5120000"/>
            <a:ext cx="2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— best-run</a:t>
            </a:r>
            <a:endParaRPr lang="en-US" sz="1200" dirty="0"/>
          </a:p>
        </p:txBody>
      </p:sp>
      <p:sp>
        <p:nvSpPr>
          <p:cNvPr id="22" name="Bar"/>
          <p:cNvSpPr/>
          <p:nvPr/>
        </p:nvSpPr>
        <p:spPr>
          <a:xfrm>
            <a:off x="2988640" y="5140000"/>
            <a:ext cx="1229166" cy="21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3" name="Text value"/>
          <p:cNvSpPr/>
          <p:nvPr/>
        </p:nvSpPr>
        <p:spPr>
          <a:xfrm>
            <a:off x="4317806" y="5120000"/>
            <a:ext cx="1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min</a:t>
            </a:r>
            <a:endParaRPr lang="en-US" sz="1200" dirty="0"/>
          </a:p>
        </p:txBody>
      </p:sp>
      <p:sp>
        <p:nvSpPr>
          <p:cNvPr id="24" name="Text row label"/>
          <p:cNvSpPr/>
          <p:nvPr/>
        </p:nvSpPr>
        <p:spPr>
          <a:xfrm>
            <a:off x="548640" y="5370000"/>
            <a:ext cx="2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— worst-run</a:t>
            </a:r>
            <a:endParaRPr lang="en-US" sz="1200" dirty="0"/>
          </a:p>
        </p:txBody>
      </p:sp>
      <p:sp>
        <p:nvSpPr>
          <p:cNvPr id="25" name="Bar"/>
          <p:cNvSpPr/>
          <p:nvPr/>
        </p:nvSpPr>
        <p:spPr>
          <a:xfrm>
            <a:off x="2988640" y="5390000"/>
            <a:ext cx="2704166" cy="21000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26" name="Text value"/>
          <p:cNvSpPr/>
          <p:nvPr/>
        </p:nvSpPr>
        <p:spPr>
          <a:xfrm>
            <a:off x="5792806" y="5370000"/>
            <a:ext cx="1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</a:t>
            </a:r>
            <a:endParaRPr lang="en-US" sz="1200" dirty="0"/>
          </a:p>
        </p:txBody>
      </p:sp>
      <p:sp>
        <p:nvSpPr>
          <p:cNvPr id="27" name="Text row label"/>
          <p:cNvSpPr/>
          <p:nvPr/>
        </p:nvSpPr>
        <p:spPr>
          <a:xfrm>
            <a:off x="548640" y="5690000"/>
            <a:ext cx="2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 — best-run</a:t>
            </a:r>
            <a:endParaRPr lang="en-US" sz="1200" dirty="0"/>
          </a:p>
        </p:txBody>
      </p:sp>
      <p:sp>
        <p:nvSpPr>
          <p:cNvPr id="28" name="Bar"/>
          <p:cNvSpPr/>
          <p:nvPr/>
        </p:nvSpPr>
        <p:spPr>
          <a:xfrm>
            <a:off x="2988640" y="5710000"/>
            <a:ext cx="3195833" cy="21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9" name="Text value"/>
          <p:cNvSpPr/>
          <p:nvPr/>
        </p:nvSpPr>
        <p:spPr>
          <a:xfrm>
            <a:off x="6284473" y="5690000"/>
            <a:ext cx="1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min</a:t>
            </a:r>
            <a:endParaRPr lang="en-US" sz="1200" dirty="0"/>
          </a:p>
        </p:txBody>
      </p:sp>
      <p:sp>
        <p:nvSpPr>
          <p:cNvPr id="30" name="Text row label"/>
          <p:cNvSpPr/>
          <p:nvPr/>
        </p:nvSpPr>
        <p:spPr>
          <a:xfrm>
            <a:off x="548640" y="5940000"/>
            <a:ext cx="2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 — worst-run</a:t>
            </a:r>
            <a:endParaRPr lang="en-US" sz="1200" dirty="0"/>
          </a:p>
        </p:txBody>
      </p:sp>
      <p:sp>
        <p:nvSpPr>
          <p:cNvPr id="31" name="Bar"/>
          <p:cNvSpPr/>
          <p:nvPr/>
        </p:nvSpPr>
        <p:spPr>
          <a:xfrm>
            <a:off x="2988640" y="5960000"/>
            <a:ext cx="5408333" cy="21000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2" name="Text value"/>
          <p:cNvSpPr/>
          <p:nvPr/>
        </p:nvSpPr>
        <p:spPr>
          <a:xfrm>
            <a:off x="8496973" y="5940000"/>
            <a:ext cx="14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space, same menu — so what's different?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space, ovens, and rough order volume constant, the clearest difference between a shop's best and worst shifts is how consistently staff are assigned to stations: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2651760"/>
        </p:xfrm>
        <a:graphic>
          <a:graphicData uri="http://schemas.openxmlformats.org/drawingml/2006/table">
            <a:tbl>
              <a:tblPr/>
              <a:tblGrid>
                <a:gridCol w="2834640"/>
                <a:gridCol w="4128516"/>
                <a:gridCol w="4128516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Best-run shifts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Worst-run shifts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 (slices)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above that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 (whole pies)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above that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duties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orders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cleaning trays mid-rush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Tray / cleanup duty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to one clear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Shifts between register or salad, ad hoc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across 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Similar, efficient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doing it their own 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swing in wait times is driven by inconsistent role assignment and technique across shifts — not by demand, space, or equipment, which stay the same either way.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station has a fixed owner for secondary duties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7236" cy="2331720"/>
          </a:xfrm>
          <a:prstGeom prst="roundRect">
            <a:avLst>
              <a:gd name="adj" fmla="val 3137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4860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inconsistent shift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8600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person takes orders AND cleans all trays mid-rush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station occasionally pulled to cover register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technique — each person handles prep their own way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register backs up, slices and pies both slow down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317236" cy="2331720"/>
          </a:xfrm>
          <a:prstGeom prst="roundRect">
            <a:avLst>
              <a:gd name="adj" fmla="val 313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1901952"/>
            <a:ext cx="4860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well-run shift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1676" y="2377440"/>
            <a:ext cx="48600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stays focused only on taking and calling orders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station has clear, sole ownership of tray/table cleanup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 a similar, efficient technique at each station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12–13 min slices, 30–35 min whole pies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isn't who is working — it's whether that shift happens to have landed on an efficient, consistent division of labor.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assignment is informal, good habits from a strong shift don't carry over to the next one.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wait times are essentially left to chance rather than being a designed, repeatable outcome.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best shift's playbook into every shift's standard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(0–3 months)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40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exact role setup and technique used on the shop's best-performing shifts as the model to copy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tray/cleanup duty to one fixed role per shift, so register is never pulled off orders to clean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simple station chart (who owns what) so assignment isn't decided fresh each shift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002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Fixes (3–12 months)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286000"/>
            <a:ext cx="5440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short training program that teaches the efficient technique observed on best-run shifts to every staff member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Cross-train staff on multiple stations so any combination of people on shift can still run the efficient version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wait times by shift to confirm the gap closes, and refine the SOP based on what actually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Standardizing takes buy-in — and testing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trade-offs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used to an informal system may resist a fixed structure at first — framing it as “copying our best shift,” not new rules, should help adoption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“best shift” technique needs to be validated over a few more shifts before it's locked in as the standard — one good night could be partly luck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takes time out of already-busy shifts, so it may be worth piloting on a slower weekday before rolling out to Friday–Sunday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1091672" cy="27432"/>
          </a:xfrm>
          <a:prstGeom prst="rect">
            <a:avLst/>
          </a:prstGeom>
          <a:solidFill>
            <a:srgbClr val="D9DEE8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457200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shift's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35424" y="457200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92424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station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&amp; roles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9208" y="457200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slow shift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22992" y="457200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79992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&amp; track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 by shift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a good shift and a bad one isn't luck — it's structure.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Allday already knows what a great shift looks like — 12–13 minute waits are achievable today. The fix isn't more space, more staff, or new equipment; it's making the best shift's playbook the standard every shift runs 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reflects: hypothesis-driven root-cause analysis — isolating the real variable behind a business problem (process consistency) rather than the more obvious but wrong explanation (space or headcount), then building a practical, low-cost fix around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2026-08-04T02:03:46Z</dcterms:created>
  <dcterms:modified xsi:type="dcterms:W3CDTF">2026-08-04T02:03:46Z</dcterms:modified>
</cp:coreProperties>
</file>